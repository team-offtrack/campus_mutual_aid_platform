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校园互助服务平台 — 成员分工与贡献比例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0B0CC"/>
                </a:solidFill>
              </a:defRPr>
            </a:pPr>
            <a:r>
              <a:t>人机交互课程 — 个人工作与贡献说明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207" y="1645920"/>
            <a:ext cx="4754880" cy="4572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207" y="1645920"/>
            <a:ext cx="47548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9527" y="19202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沈诺（组长）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9527" y="24505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前后端开发 · 测试与质量保证 · HCI 交互细节讨论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6727" y="3063240"/>
            <a:ext cx="3291840" cy="13716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3807" y="324612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实现全部前端页面（Vue 3 + Vant 4，18 条路由）及可复用组件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实现全部后端 API（Spring Boot，57 个端点）及 Service 业务逻辑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编写 246 个后端测试用例，配置 CI lint 流水线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与胡皓轩讨论确定 HCI 交互细节并落地为代码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设计并实现成就徽章系统（9 种徽章自动检测 + 全屏动效）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管理后台（仪表盘/用户/需求/举报管理）前后端实现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2407" y="562356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999AA"/>
                </a:solidFill>
              </a:defRPr>
            </a:pPr>
            <a:r>
              <a:t>贡献占比 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61607" y="1645920"/>
            <a:ext cx="4754880" cy="4572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61607" y="1645920"/>
            <a:ext cx="47548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5927" y="19202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胡皓轩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5927" y="24505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需求与功能设计 · 人机交互设计 · 项目展示与答辩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127" y="3063240"/>
            <a:ext cx="3291840" cy="13716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324612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主导全部六种需求类型的功能规划与交互流程设计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设计 M3E 设计系统（200+ CSS token）及响应式断点方案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设计徽章弹窗动效、管理仪表盘信息架构等 HCI 细节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与沈诺讨论确定 HCI 交互方案的代码实现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参与前端页面开发与后端接口联调测试</a:t>
            </a:r>
          </a:p>
          <a:p>
            <a:pPr>
              <a:lnSpc>
                <a:spcPts val="1450"/>
              </a:lnSpc>
              <a:spcAft>
                <a:spcPts val="500"/>
              </a:spcAft>
              <a:defRPr sz="1000">
                <a:solidFill>
                  <a:srgbClr val="CCCCDD"/>
                </a:solidFill>
              </a:defRPr>
            </a:pPr>
            <a:r>
              <a:t>• 负责所有阶段性答辩与线下演示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8807" y="562356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999AA"/>
                </a:solidFill>
              </a:defRPr>
            </a:pPr>
            <a:r>
              <a:t>贡献占比  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40080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77788"/>
                </a:solidFill>
              </a:defRPr>
            </a:pPr>
            <a:r>
              <a:t>贡献占比：沈诺与胡皓轩基本相同（各约 50%），共同负责交互设计决策的讨论与落地。项目另两位成员（侯乔岳、杨佳兴）未选修本课程，在软工项目中提供了需求分析与架构设计的少量帮助。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